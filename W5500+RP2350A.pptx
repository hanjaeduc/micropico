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634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544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619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83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61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660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32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72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985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94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27230-2B2B-4BF6-921E-A0F43B8B4FD3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80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27230-2B2B-4BF6-921E-A0F43B8B4FD3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59BAD-427B-436E-AD0A-5EF173F05D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130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E9FBAD7-010B-25BE-60CC-6B00CD73745B}"/>
              </a:ext>
            </a:extLst>
          </p:cNvPr>
          <p:cNvSpPr/>
          <p:nvPr/>
        </p:nvSpPr>
        <p:spPr>
          <a:xfrm>
            <a:off x="2247089" y="2117387"/>
            <a:ext cx="680936" cy="421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W5500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12C1D2-BEA8-0992-33B0-6ADAD99672C8}"/>
              </a:ext>
            </a:extLst>
          </p:cNvPr>
          <p:cNvSpPr/>
          <p:nvPr/>
        </p:nvSpPr>
        <p:spPr>
          <a:xfrm>
            <a:off x="1210445" y="2117387"/>
            <a:ext cx="680936" cy="421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Ethernet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화살표: 왼쪽/오른쪽 14">
            <a:extLst>
              <a:ext uri="{FF2B5EF4-FFF2-40B4-BE49-F238E27FC236}">
                <a16:creationId xmlns:a16="http://schemas.microsoft.com/office/drawing/2014/main" id="{F281A1F1-DCE4-25AF-5D43-FD2B38388CB2}"/>
              </a:ext>
            </a:extLst>
          </p:cNvPr>
          <p:cNvSpPr/>
          <p:nvPr/>
        </p:nvSpPr>
        <p:spPr>
          <a:xfrm>
            <a:off x="1921516" y="2287195"/>
            <a:ext cx="295437" cy="81915"/>
          </a:xfrm>
          <a:prstGeom prst="left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D182F-6DA9-8141-FFD6-4713E41000DE}"/>
              </a:ext>
            </a:extLst>
          </p:cNvPr>
          <p:cNvSpPr/>
          <p:nvPr/>
        </p:nvSpPr>
        <p:spPr>
          <a:xfrm>
            <a:off x="3307729" y="1469308"/>
            <a:ext cx="680936" cy="30937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RP2350A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화살표: 왼쪽/오른쪽 16">
            <a:extLst>
              <a:ext uri="{FF2B5EF4-FFF2-40B4-BE49-F238E27FC236}">
                <a16:creationId xmlns:a16="http://schemas.microsoft.com/office/drawing/2014/main" id="{B101997E-FC26-3D5D-E83D-0F151F23F623}"/>
              </a:ext>
            </a:extLst>
          </p:cNvPr>
          <p:cNvSpPr/>
          <p:nvPr/>
        </p:nvSpPr>
        <p:spPr>
          <a:xfrm>
            <a:off x="2970158" y="2287195"/>
            <a:ext cx="295437" cy="81915"/>
          </a:xfrm>
          <a:prstGeom prst="left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E3AD665-7336-E47D-6F3D-445CE2CE989C}"/>
              </a:ext>
            </a:extLst>
          </p:cNvPr>
          <p:cNvSpPr/>
          <p:nvPr/>
        </p:nvSpPr>
        <p:spPr>
          <a:xfrm>
            <a:off x="4824919" y="1535350"/>
            <a:ext cx="1235818" cy="12337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Scaler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94653A4-CD2F-6A9D-8040-52792204A1FF}"/>
              </a:ext>
            </a:extLst>
          </p:cNvPr>
          <p:cNvSpPr/>
          <p:nvPr/>
        </p:nvSpPr>
        <p:spPr>
          <a:xfrm>
            <a:off x="6476027" y="1931593"/>
            <a:ext cx="1235818" cy="86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Serial Flash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4MB / 8MB / 16MB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F2E63A-DE9D-4E85-3C39-282882C8504C}"/>
              </a:ext>
            </a:extLst>
          </p:cNvPr>
          <p:cNvCxnSpPr/>
          <p:nvPr/>
        </p:nvCxnSpPr>
        <p:spPr>
          <a:xfrm>
            <a:off x="6102647" y="2244009"/>
            <a:ext cx="3733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C563250-A360-81AA-D6B2-45FF4388CF0F}"/>
              </a:ext>
            </a:extLst>
          </p:cNvPr>
          <p:cNvCxnSpPr/>
          <p:nvPr/>
        </p:nvCxnSpPr>
        <p:spPr>
          <a:xfrm>
            <a:off x="6102647" y="2353870"/>
            <a:ext cx="3733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12FC4B8-9365-AEE2-3B61-7E156D3ACA6A}"/>
              </a:ext>
            </a:extLst>
          </p:cNvPr>
          <p:cNvCxnSpPr>
            <a:cxnSpLocks/>
          </p:cNvCxnSpPr>
          <p:nvPr/>
        </p:nvCxnSpPr>
        <p:spPr>
          <a:xfrm flipH="1">
            <a:off x="6102647" y="2543370"/>
            <a:ext cx="3390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E5D5A0D-C137-55B3-F0BB-D008217050E2}"/>
              </a:ext>
            </a:extLst>
          </p:cNvPr>
          <p:cNvCxnSpPr/>
          <p:nvPr/>
        </p:nvCxnSpPr>
        <p:spPr>
          <a:xfrm>
            <a:off x="6102647" y="2459136"/>
            <a:ext cx="3733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DECE1B2-6007-83A5-0309-A5BA88616B57}"/>
              </a:ext>
            </a:extLst>
          </p:cNvPr>
          <p:cNvCxnSpPr>
            <a:cxnSpLocks/>
          </p:cNvCxnSpPr>
          <p:nvPr/>
        </p:nvCxnSpPr>
        <p:spPr>
          <a:xfrm flipH="1">
            <a:off x="3988665" y="1931593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13DFD8F-6254-8CC3-FD42-916EBB4EF954}"/>
              </a:ext>
            </a:extLst>
          </p:cNvPr>
          <p:cNvCxnSpPr>
            <a:cxnSpLocks/>
          </p:cNvCxnSpPr>
          <p:nvPr/>
        </p:nvCxnSpPr>
        <p:spPr>
          <a:xfrm>
            <a:off x="3988665" y="1842689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7D72700-6A2B-0A2E-F90B-FAE75065408A}"/>
              </a:ext>
            </a:extLst>
          </p:cNvPr>
          <p:cNvSpPr txBox="1"/>
          <p:nvPr/>
        </p:nvSpPr>
        <p:spPr>
          <a:xfrm>
            <a:off x="6059224" y="1408824"/>
            <a:ext cx="799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CE</a:t>
            </a:r>
          </a:p>
          <a:p>
            <a:r>
              <a:rPr lang="en-US" altLang="ko-KR" sz="800" dirty="0"/>
              <a:t>FLASH_WP</a:t>
            </a:r>
          </a:p>
          <a:p>
            <a:r>
              <a:rPr lang="en-US" altLang="ko-KR" sz="800" dirty="0"/>
              <a:t>CLK</a:t>
            </a:r>
          </a:p>
          <a:p>
            <a:r>
              <a:rPr lang="en-US" altLang="ko-KR" sz="800" dirty="0"/>
              <a:t>SDIN</a:t>
            </a:r>
          </a:p>
          <a:p>
            <a:r>
              <a:rPr lang="en-US" altLang="ko-KR" sz="800" dirty="0"/>
              <a:t>SDOUT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98B4A62E-3A12-87DE-C8B1-172BA4532554}"/>
              </a:ext>
            </a:extLst>
          </p:cNvPr>
          <p:cNvCxnSpPr/>
          <p:nvPr/>
        </p:nvCxnSpPr>
        <p:spPr>
          <a:xfrm>
            <a:off x="6102647" y="2137329"/>
            <a:ext cx="3733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ED00F6C-B3B6-6A45-B01F-F27C15F58F60}"/>
              </a:ext>
            </a:extLst>
          </p:cNvPr>
          <p:cNvCxnSpPr>
            <a:cxnSpLocks/>
          </p:cNvCxnSpPr>
          <p:nvPr/>
        </p:nvCxnSpPr>
        <p:spPr>
          <a:xfrm>
            <a:off x="3988665" y="2456596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6BB041B-4C47-D436-BE3E-C72BCA402211}"/>
              </a:ext>
            </a:extLst>
          </p:cNvPr>
          <p:cNvCxnSpPr>
            <a:cxnSpLocks/>
          </p:cNvCxnSpPr>
          <p:nvPr/>
        </p:nvCxnSpPr>
        <p:spPr>
          <a:xfrm>
            <a:off x="3988665" y="2538919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B87BCF1-39CE-15F4-3DE7-098013BEACF0}"/>
              </a:ext>
            </a:extLst>
          </p:cNvPr>
          <p:cNvSpPr txBox="1"/>
          <p:nvPr/>
        </p:nvSpPr>
        <p:spPr>
          <a:xfrm>
            <a:off x="4105856" y="2139423"/>
            <a:ext cx="799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ISP SDA</a:t>
            </a:r>
          </a:p>
          <a:p>
            <a:r>
              <a:rPr lang="en-US" altLang="ko-KR" sz="800" dirty="0"/>
              <a:t>ISP SCL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CBCB50-8B5B-D64C-9E4F-5F94DD2988A3}"/>
              </a:ext>
            </a:extLst>
          </p:cNvPr>
          <p:cNvSpPr txBox="1"/>
          <p:nvPr/>
        </p:nvSpPr>
        <p:spPr>
          <a:xfrm>
            <a:off x="4065730" y="1519743"/>
            <a:ext cx="799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RS232 TX</a:t>
            </a:r>
          </a:p>
          <a:p>
            <a:r>
              <a:rPr lang="en-US" altLang="ko-KR" sz="800" dirty="0"/>
              <a:t>RS232 RX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A090B15-EDEA-F7CF-DAB5-8A6800C2B549}"/>
              </a:ext>
            </a:extLst>
          </p:cNvPr>
          <p:cNvCxnSpPr>
            <a:cxnSpLocks/>
          </p:cNvCxnSpPr>
          <p:nvPr/>
        </p:nvCxnSpPr>
        <p:spPr>
          <a:xfrm>
            <a:off x="3988665" y="3255199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8D3737B-B356-97D4-28D3-0005D674837B}"/>
              </a:ext>
            </a:extLst>
          </p:cNvPr>
          <p:cNvCxnSpPr>
            <a:cxnSpLocks/>
          </p:cNvCxnSpPr>
          <p:nvPr/>
        </p:nvCxnSpPr>
        <p:spPr>
          <a:xfrm>
            <a:off x="3988665" y="3417759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6760AFF-268F-ADFD-AB76-AB53B43A08BE}"/>
              </a:ext>
            </a:extLst>
          </p:cNvPr>
          <p:cNvCxnSpPr>
            <a:cxnSpLocks/>
          </p:cNvCxnSpPr>
          <p:nvPr/>
        </p:nvCxnSpPr>
        <p:spPr>
          <a:xfrm>
            <a:off x="3988665" y="3565992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968691A-BB6C-A701-61EC-4CAECF352B00}"/>
              </a:ext>
            </a:extLst>
          </p:cNvPr>
          <p:cNvCxnSpPr>
            <a:cxnSpLocks/>
          </p:cNvCxnSpPr>
          <p:nvPr/>
        </p:nvCxnSpPr>
        <p:spPr>
          <a:xfrm>
            <a:off x="3988665" y="3700952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1AFBFEEE-3527-74B5-B08C-D258D0FD06FD}"/>
              </a:ext>
            </a:extLst>
          </p:cNvPr>
          <p:cNvCxnSpPr>
            <a:cxnSpLocks/>
          </p:cNvCxnSpPr>
          <p:nvPr/>
        </p:nvCxnSpPr>
        <p:spPr>
          <a:xfrm>
            <a:off x="3988665" y="3838112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B2634C4-7DA1-E392-CF01-A6162CE56F78}"/>
              </a:ext>
            </a:extLst>
          </p:cNvPr>
          <p:cNvCxnSpPr>
            <a:cxnSpLocks/>
          </p:cNvCxnSpPr>
          <p:nvPr/>
        </p:nvCxnSpPr>
        <p:spPr>
          <a:xfrm>
            <a:off x="3988665" y="3973749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6AE5D923-771A-5725-0051-EB998F513604}"/>
              </a:ext>
            </a:extLst>
          </p:cNvPr>
          <p:cNvCxnSpPr>
            <a:cxnSpLocks/>
          </p:cNvCxnSpPr>
          <p:nvPr/>
        </p:nvCxnSpPr>
        <p:spPr>
          <a:xfrm>
            <a:off x="3988665" y="4110909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634A5BB-BCEB-224B-F6B5-F693624F87DE}"/>
              </a:ext>
            </a:extLst>
          </p:cNvPr>
          <p:cNvCxnSpPr>
            <a:cxnSpLocks/>
          </p:cNvCxnSpPr>
          <p:nvPr/>
        </p:nvCxnSpPr>
        <p:spPr>
          <a:xfrm>
            <a:off x="3988665" y="4233129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FA63689-BA6E-7F09-E376-3AC889DC2C85}"/>
              </a:ext>
            </a:extLst>
          </p:cNvPr>
          <p:cNvCxnSpPr>
            <a:cxnSpLocks/>
          </p:cNvCxnSpPr>
          <p:nvPr/>
        </p:nvCxnSpPr>
        <p:spPr>
          <a:xfrm>
            <a:off x="3988665" y="4389395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094EDC0-125A-15B4-5AA8-29CE65BF8F40}"/>
              </a:ext>
            </a:extLst>
          </p:cNvPr>
          <p:cNvSpPr txBox="1"/>
          <p:nvPr/>
        </p:nvSpPr>
        <p:spPr>
          <a:xfrm>
            <a:off x="4964715" y="2855992"/>
            <a:ext cx="79931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GPI</a:t>
            </a:r>
          </a:p>
          <a:p>
            <a:r>
              <a:rPr lang="en-US" altLang="ko-KR" sz="800" dirty="0"/>
              <a:t>GPI</a:t>
            </a:r>
          </a:p>
          <a:p>
            <a:r>
              <a:rPr lang="en-US" altLang="ko-KR" sz="800" dirty="0"/>
              <a:t>GPI</a:t>
            </a:r>
          </a:p>
          <a:p>
            <a:r>
              <a:rPr lang="en-US" altLang="ko-KR" sz="800" dirty="0"/>
              <a:t>GPI</a:t>
            </a:r>
          </a:p>
          <a:p>
            <a:r>
              <a:rPr lang="en-US" altLang="ko-KR" sz="800" dirty="0" err="1"/>
              <a:t>ADCin</a:t>
            </a:r>
            <a:br>
              <a:rPr lang="en-US" altLang="ko-KR" sz="800" dirty="0"/>
            </a:br>
            <a:r>
              <a:rPr lang="en-US" altLang="ko-KR" sz="800" dirty="0" err="1"/>
              <a:t>ADCin</a:t>
            </a:r>
            <a:endParaRPr lang="en-US" altLang="ko-KR" sz="800" dirty="0"/>
          </a:p>
          <a:p>
            <a:r>
              <a:rPr lang="en-US" altLang="ko-KR" sz="800" dirty="0"/>
              <a:t>GPO</a:t>
            </a:r>
          </a:p>
          <a:p>
            <a:r>
              <a:rPr lang="en-US" altLang="ko-KR" sz="800" dirty="0"/>
              <a:t>GPO</a:t>
            </a:r>
          </a:p>
          <a:p>
            <a:r>
              <a:rPr lang="en-US" altLang="ko-KR" sz="800" dirty="0"/>
              <a:t>GPO</a:t>
            </a:r>
          </a:p>
          <a:p>
            <a:r>
              <a:rPr lang="en-US" altLang="ko-KR" sz="800" dirty="0"/>
              <a:t>SDA</a:t>
            </a:r>
          </a:p>
          <a:p>
            <a:r>
              <a:rPr lang="en-US" altLang="ko-KR" sz="800" dirty="0"/>
              <a:t>SCL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3C944F3-6760-1495-C2D3-C1823D9B0ED5}"/>
              </a:ext>
            </a:extLst>
          </p:cNvPr>
          <p:cNvCxnSpPr>
            <a:cxnSpLocks/>
          </p:cNvCxnSpPr>
          <p:nvPr/>
        </p:nvCxnSpPr>
        <p:spPr>
          <a:xfrm>
            <a:off x="3988665" y="3097719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C3597943-B7BB-8312-2877-BC564B1F546B}"/>
              </a:ext>
            </a:extLst>
          </p:cNvPr>
          <p:cNvCxnSpPr>
            <a:cxnSpLocks/>
          </p:cNvCxnSpPr>
          <p:nvPr/>
        </p:nvCxnSpPr>
        <p:spPr>
          <a:xfrm>
            <a:off x="3988665" y="2940239"/>
            <a:ext cx="83625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65F389C-F365-1ECD-8BEA-BBAD65B68192}"/>
              </a:ext>
            </a:extLst>
          </p:cNvPr>
          <p:cNvSpPr txBox="1"/>
          <p:nvPr/>
        </p:nvSpPr>
        <p:spPr>
          <a:xfrm>
            <a:off x="2890722" y="358655"/>
            <a:ext cx="32295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 err="1"/>
              <a:t>RealTek</a:t>
            </a:r>
            <a:r>
              <a:rPr lang="en-US" altLang="ko-KR" sz="1050" dirty="0"/>
              <a:t> image processor</a:t>
            </a:r>
            <a:r>
              <a:rPr lang="ko-KR" altLang="en-US" sz="1050" dirty="0"/>
              <a:t> </a:t>
            </a:r>
            <a:r>
              <a:rPr lang="en-US" altLang="ko-KR" sz="1050" dirty="0"/>
              <a:t>IC</a:t>
            </a:r>
            <a:r>
              <a:rPr lang="ko-KR" altLang="en-US" sz="1050" dirty="0"/>
              <a:t>와 </a:t>
            </a:r>
            <a:r>
              <a:rPr lang="en-US" altLang="ko-KR" sz="1050" dirty="0"/>
              <a:t>RP2350A interface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800566-EC71-C7FB-58E7-F2BC064913CC}"/>
              </a:ext>
            </a:extLst>
          </p:cNvPr>
          <p:cNvSpPr txBox="1"/>
          <p:nvPr/>
        </p:nvSpPr>
        <p:spPr>
          <a:xfrm>
            <a:off x="6010316" y="4389395"/>
            <a:ext cx="242882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1. </a:t>
            </a:r>
            <a:r>
              <a:rPr lang="ko-KR" altLang="en-US" sz="800" dirty="0"/>
              <a:t>팬제어보드 연결</a:t>
            </a:r>
            <a:endParaRPr lang="en-US" altLang="ko-KR" sz="800" dirty="0"/>
          </a:p>
          <a:p>
            <a:r>
              <a:rPr lang="en-US" altLang="ko-KR" sz="800" dirty="0"/>
              <a:t>2. </a:t>
            </a:r>
            <a:r>
              <a:rPr lang="ko-KR" altLang="en-US" sz="800" dirty="0"/>
              <a:t>조도센서 연결</a:t>
            </a:r>
            <a:endParaRPr lang="en-US" altLang="ko-KR" sz="800" dirty="0"/>
          </a:p>
          <a:p>
            <a:r>
              <a:rPr lang="en-US" altLang="ko-KR" sz="800" dirty="0"/>
              <a:t>3. </a:t>
            </a:r>
            <a:r>
              <a:rPr lang="ko-KR" altLang="en-US" sz="800" dirty="0"/>
              <a:t>온도센서 연결</a:t>
            </a:r>
            <a:endParaRPr lang="en-US" altLang="ko-KR" sz="800" dirty="0"/>
          </a:p>
          <a:p>
            <a:r>
              <a:rPr lang="en-US" altLang="ko-KR" sz="800" dirty="0"/>
              <a:t>4. </a:t>
            </a:r>
            <a:r>
              <a:rPr lang="ko-KR" altLang="en-US" sz="800" dirty="0"/>
              <a:t>컬러센서 연결</a:t>
            </a:r>
            <a:endParaRPr lang="en-US" altLang="ko-KR" sz="800" dirty="0"/>
          </a:p>
          <a:p>
            <a:r>
              <a:rPr lang="en-US" altLang="ko-KR" sz="800" dirty="0"/>
              <a:t>5. </a:t>
            </a:r>
            <a:r>
              <a:rPr lang="ko-KR" altLang="en-US" sz="800" dirty="0"/>
              <a:t>앞에 </a:t>
            </a:r>
            <a:r>
              <a:rPr lang="ko-KR" altLang="en-US" sz="800" dirty="0" err="1"/>
              <a:t>사람있는지</a:t>
            </a:r>
            <a:r>
              <a:rPr lang="ko-KR" altLang="en-US" sz="800" dirty="0"/>
              <a:t> 보는 센서</a:t>
            </a:r>
            <a:r>
              <a:rPr lang="en-US" altLang="ko-KR" sz="800" dirty="0"/>
              <a:t>?</a:t>
            </a:r>
          </a:p>
          <a:p>
            <a:r>
              <a:rPr lang="en-US" altLang="ko-KR" sz="800" dirty="0"/>
              <a:t>6. </a:t>
            </a:r>
            <a:r>
              <a:rPr lang="ko-KR" altLang="en-US" sz="800" dirty="0"/>
              <a:t>충격센서</a:t>
            </a:r>
            <a:endParaRPr lang="en-US" altLang="ko-KR" sz="800" dirty="0"/>
          </a:p>
          <a:p>
            <a:r>
              <a:rPr lang="en-US" altLang="ko-KR" sz="800" dirty="0"/>
              <a:t>7. </a:t>
            </a:r>
            <a:r>
              <a:rPr lang="en-US" altLang="ko-KR" sz="800" dirty="0" err="1"/>
              <a:t>Cds</a:t>
            </a:r>
            <a:r>
              <a:rPr lang="en-US" altLang="ko-KR" sz="800" dirty="0"/>
              <a:t> </a:t>
            </a:r>
            <a:r>
              <a:rPr lang="ko-KR" altLang="en-US" sz="800" dirty="0"/>
              <a:t>센서</a:t>
            </a:r>
            <a:endParaRPr lang="en-US" altLang="ko-KR" sz="800" dirty="0"/>
          </a:p>
          <a:p>
            <a:r>
              <a:rPr lang="en-US" altLang="ko-KR" sz="800" dirty="0"/>
              <a:t>8. </a:t>
            </a:r>
            <a:r>
              <a:rPr lang="ko-KR" altLang="en-US" sz="800" dirty="0" err="1"/>
              <a:t>문열림센서</a:t>
            </a:r>
            <a:endParaRPr lang="en-US" altLang="ko-KR" sz="800" dirty="0"/>
          </a:p>
          <a:p>
            <a:r>
              <a:rPr lang="en-US" altLang="ko-KR" sz="800" dirty="0"/>
              <a:t>9. </a:t>
            </a:r>
            <a:r>
              <a:rPr lang="ko-KR" altLang="en-US" sz="800" dirty="0"/>
              <a:t>습도센서</a:t>
            </a:r>
            <a:endParaRPr lang="en-US" altLang="ko-KR" sz="800" dirty="0"/>
          </a:p>
          <a:p>
            <a:r>
              <a:rPr lang="en-US" altLang="ko-KR" sz="800" dirty="0"/>
              <a:t>10. co2 </a:t>
            </a:r>
            <a:r>
              <a:rPr lang="ko-KR" altLang="en-US" sz="800" dirty="0"/>
              <a:t>센서</a:t>
            </a:r>
            <a:endParaRPr lang="en-US" altLang="ko-KR" sz="800" dirty="0"/>
          </a:p>
          <a:p>
            <a:r>
              <a:rPr lang="en-US" altLang="ko-KR" sz="800" dirty="0"/>
              <a:t>11. </a:t>
            </a:r>
            <a:r>
              <a:rPr lang="ko-KR" altLang="en-US" sz="800" dirty="0"/>
              <a:t>디지털화재센서</a:t>
            </a:r>
            <a:endParaRPr lang="en-US" altLang="ko-KR" sz="800" dirty="0"/>
          </a:p>
          <a:p>
            <a:r>
              <a:rPr lang="en-US" altLang="ko-KR" sz="800" dirty="0"/>
              <a:t>12. </a:t>
            </a:r>
            <a:r>
              <a:rPr lang="ko-KR" altLang="en-US" sz="800" dirty="0"/>
              <a:t>사람인지 센서</a:t>
            </a:r>
            <a:endParaRPr lang="en-US" altLang="ko-KR" sz="800" dirty="0"/>
          </a:p>
          <a:p>
            <a:r>
              <a:rPr lang="en-US" altLang="ko-KR" sz="800" dirty="0"/>
              <a:t>13. </a:t>
            </a:r>
            <a:r>
              <a:rPr lang="ko-KR" altLang="en-US" sz="800" dirty="0"/>
              <a:t>메인</a:t>
            </a:r>
            <a:r>
              <a:rPr lang="en-US" altLang="ko-KR" sz="800" dirty="0" err="1"/>
              <a:t>psu</a:t>
            </a:r>
            <a:r>
              <a:rPr lang="ko-KR" altLang="en-US" sz="800" dirty="0"/>
              <a:t>전원감지</a:t>
            </a:r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  <a:p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1568986447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2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2" id="{FE007D30-10D0-4409-ACE3-FDF2EE8E494C}" vid="{CDB95E90-307B-46C5-8ECD-E203774409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104</TotalTime>
  <Words>97</Words>
  <Application>Microsoft Office PowerPoint</Application>
  <PresentationFormat>화면 슬라이드 쇼(4:3)</PresentationFormat>
  <Paragraphs>43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테마2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Jaeduc Han</dc:creator>
  <cp:lastModifiedBy>Jaeduc Han</cp:lastModifiedBy>
  <cp:revision>17</cp:revision>
  <dcterms:created xsi:type="dcterms:W3CDTF">2026-08-22T17:10:50Z</dcterms:created>
  <dcterms:modified xsi:type="dcterms:W3CDTF">2026-08-23T14:41:42Z</dcterms:modified>
</cp:coreProperties>
</file>